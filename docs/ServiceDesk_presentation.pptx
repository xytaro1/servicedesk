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114300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8FB8FF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Новая заявка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32520" y="1901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0FF"/>
                </a:solidFill>
              </a:rPr>
              <a:t>Проблема с аккаунтом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732520" y="237744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DCEBFF"/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24688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Новая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29800" y="237744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FFECC8"/>
          </a:solidFill>
          <a:ln w="12700">
            <a:solidFill>
              <a:srgbClr val="FFECC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0" y="246888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Высокий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32520" y="3017520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7112" y="319125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63"/>
                </a:solidFill>
              </a:rPr>
              <a:t>Ответ администратора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164592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ServiceDesk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749808" y="2487168"/>
            <a:ext cx="6400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D7E6FF"/>
                </a:solidFill>
              </a:rPr>
              <a:t>Веб-приложение для обработки пользовательских заявок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8096" y="4041648"/>
            <a:ext cx="512064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dirty="0" err="1">
                <a:solidFill>
                  <a:srgbClr val="FFFFFF"/>
                </a:solidFill>
              </a:rPr>
              <a:t>Автор</a:t>
            </a:r>
            <a:r>
              <a:rPr lang="en-US" sz="1650" dirty="0">
                <a:solidFill>
                  <a:srgbClr val="FFFFFF"/>
                </a:solidFill>
              </a:rPr>
              <a:t>:</a:t>
            </a:r>
            <a:r>
              <a:rPr lang="ru-RU" sz="1650" dirty="0">
                <a:solidFill>
                  <a:srgbClr val="FFFFFF"/>
                </a:solidFill>
              </a:rPr>
              <a:t> Кочегаров Илья</a:t>
            </a:r>
            <a:r>
              <a:rPr lang="en-US" sz="1650" dirty="0">
                <a:solidFill>
                  <a:srgbClr val="FFFFFF"/>
                </a:solidFill>
              </a:rPr>
              <a:t> 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8096" y="6053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BFF"/>
                </a:solidFill>
              </a:rPr>
              <a:t>Защита WEB-проекта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37392" y="164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Идея проекта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20240"/>
            <a:ext cx="44805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</a:rPr>
              <a:t>ServiceDesk помогает пользователю быстро оставить обращение, а администратору — обработать его в одной панели.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078992" y="3383280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3310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заявка создаётся через личный кабинет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78992" y="3840480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3767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к заявке можно прикрепить файл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78992" y="4297680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4224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пользователь видит статус и ответ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78992" y="4754880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6817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администратор обрабатывает заявки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46520" y="3063240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172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3776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Клиент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196328" y="3227832"/>
            <a:ext cx="438912" cy="201168"/>
          </a:xfrm>
          <a:prstGeom prst="chevron">
            <a:avLst/>
          </a:prstGeom>
          <a:solidFill>
            <a:srgbClr val="DCE3F2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3063240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172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35240" y="3776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Заявка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567928" y="3227832"/>
            <a:ext cx="438912" cy="201168"/>
          </a:xfrm>
          <a:prstGeom prst="chevron">
            <a:avLst/>
          </a:prstGeom>
          <a:solidFill>
            <a:srgbClr val="DCE3F2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3063240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3172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06840" y="3776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Админ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939528" y="3227832"/>
            <a:ext cx="438912" cy="201168"/>
          </a:xfrm>
          <a:prstGeom prst="chevron">
            <a:avLst/>
          </a:prstGeom>
          <a:solidFill>
            <a:srgbClr val="DCE3F2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063240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61320" y="3172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378440" y="3776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Ответ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00800" y="4800600"/>
            <a:ext cx="4937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Задача: сделать простой сервис, где обращения не теряются и всегда имеют понятный статус.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37392" y="164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функции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83664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933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18196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Регистрация и вход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664208" y="21671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две роли: пользователь и администратор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883664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933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58968" y="18196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Создание заявки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58968" y="21671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тема, описание, категория, приоритет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16002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1883664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19933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📎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53728" y="18196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Файлы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253728" y="21671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прикрепление png, jpg, pdf, txt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31089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3392424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5021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64208" y="33284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Админ-панель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664208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статус, удаление, ответ на заявку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26280" y="31089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392424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5021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58968" y="33284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REST API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458968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получение, создание и удаление заявок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321040" y="31089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9640" y="3392424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35021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⚠️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53728" y="33284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Ошибки 403/404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253728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понятные страницы вместо пустого ответа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14400" y="5577840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D63"/>
                </a:solidFill>
              </a:rPr>
              <a:t>Проект закрывает основные требования WEB-модуля: формы, база данных, авторизация, файлы, API и работа с шаблонами.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37392" y="164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Использованные технологии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48920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</a:rPr>
              <a:t>Стек проекта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051560" y="2423160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146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Python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0864" y="2423160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25146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Flask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30168" y="242316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51460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Flask-Login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1560" y="2953512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0449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Flask-WTF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40864" y="2953512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40864" y="30449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SQLAlchemy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30168" y="2953512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30449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SQLite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51560" y="3483864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57530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Jinja2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340864" y="3483864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357530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Bootstrap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30168" y="3483864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357530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HTML/CSS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51560" y="4014216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1056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63"/>
                </a:solidFill>
              </a:rPr>
              <a:t>GitHub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15544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033"/>
                </a:solidFill>
              </a:rPr>
              <a:t>Для чего использовались технологии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537960" y="2560320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487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Flask — маршруты и веб-логика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537960" y="3017520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944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SQLAlchemy + SQLite — хранение данных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537960" y="3474720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401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Flask-Login — вход и роли пользователей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537960" y="3931920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3858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Jinja2 + Bootstrap — страницы и интерфейс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6537960" y="4389120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43159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REST API — доступ к заявкам в JSON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37392" y="164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проекта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536192"/>
            <a:ext cx="50292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83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</a:rPr>
              <a:t>Основные файлы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63"/>
                </a:solidFill>
              </a:rPr>
              <a:t>app.py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23317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— маршруты приложения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63"/>
                </a:solidFill>
              </a:rPr>
              <a:t>db.py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27432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— подключение базы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63"/>
                </a:solidFill>
              </a:rPr>
              <a:t>models.py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31546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— модели User и Ticket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566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63"/>
                </a:solidFill>
              </a:rPr>
              <a:t>forms.py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35661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— формы сайта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977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63"/>
                </a:solidFill>
              </a:rPr>
              <a:t>templates/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88920" y="39776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— HTML-шаблоны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3891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63"/>
                </a:solidFill>
              </a:rPr>
              <a:t>static/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43891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— CSS и файлы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800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D63"/>
                </a:solidFill>
              </a:rPr>
              <a:t>README.md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88920" y="48006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— описание проекта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160020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EEF6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8470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63"/>
                </a:solidFill>
              </a:rPr>
              <a:t>User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233172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id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12280" y="26791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name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12280" y="30266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email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12280" y="33741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password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12280" y="372160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is_admin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144000" y="160020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7F8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18470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63"/>
                </a:solidFill>
              </a:rPr>
              <a:t>Ticket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464040" y="233172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72033"/>
                </a:solidFill>
              </a:rPr>
              <a:t>id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9464040" y="26426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72033"/>
                </a:solidFill>
              </a:rPr>
              <a:t>title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9464040" y="295351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72033"/>
                </a:solidFill>
              </a:rPr>
              <a:t>text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9464040" y="326440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72033"/>
                </a:solidFill>
              </a:rPr>
              <a:t>status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9464040" y="357530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72033"/>
                </a:solidFill>
              </a:rPr>
              <a:t>file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9464040" y="388620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72033"/>
                </a:solidFill>
              </a:rPr>
              <a:t>admin_answer</a:t>
            </a:r>
            <a:endParaRPr lang="en-US" sz="1230" dirty="0"/>
          </a:p>
        </p:txBody>
      </p:sp>
      <p:sp>
        <p:nvSpPr>
          <p:cNvPr id="37" name="Shape 35"/>
          <p:cNvSpPr/>
          <p:nvPr/>
        </p:nvSpPr>
        <p:spPr>
          <a:xfrm>
            <a:off x="8732520" y="2980944"/>
            <a:ext cx="292608" cy="201168"/>
          </a:xfrm>
          <a:prstGeom prst="chevron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5212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6B7280"/>
                </a:solidFill>
              </a:rPr>
              <a:t>1 пользователь → много заявок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37392" y="164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работает приложение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</a:rPr>
              <a:t>Сценарий пользователя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51560" y="2450592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603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26151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Регистрируется и входит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51560" y="3054096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1638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218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Создаёт заявку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51560" y="3657600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7673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38221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Прикрепляет файл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1051560" y="4261104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3708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44256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Смотрит статус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051560" y="4864608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9743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3080" y="50292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Получает ответ администратора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355080" y="16002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</a:rPr>
              <a:t>Сценарий администратора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675120" y="2450592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5603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0" y="26151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Заходит в админ-панель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675120" y="3054096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1638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06640" y="3218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Видит все заявки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675120" y="3657600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7673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06640" y="38221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Меняет статус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6675120" y="4261104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3708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06640" y="44256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Пишет ответ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6675120" y="4864608"/>
            <a:ext cx="530352" cy="530352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49743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06640" y="50292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Удаляет ненужные заявки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ServiceDesk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37392" y="164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9202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Что получилось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34440" y="2724912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651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рабочее Flask-приложение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34440" y="3182112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база данных пользователей и заявок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639312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разделение прав доступа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34440" y="4096512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023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загрузка файлов и REST API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234440" y="4553712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480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админ отвечает на заявки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46520" y="1600200"/>
            <a:ext cx="48920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F2">
                <a:alpha val="9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920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Что можно улучшить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812280" y="2724912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поиск и фильтры по заявкам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812280" y="3182112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уведомления о новом ответе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812280" y="3639312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история сообщений в заявке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812280" y="4096512"/>
            <a:ext cx="109728" cy="109728"/>
          </a:xfrm>
          <a:prstGeom prst="ellipse">
            <a:avLst/>
          </a:prstGeom>
          <a:solidFill>
            <a:srgbClr val="1268F3"/>
          </a:solidFill>
          <a:ln w="12700">
            <a:solidFill>
              <a:srgbClr val="126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</a:rPr>
              <a:t>размещение проекта на хостинге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4400" y="614476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2D63"/>
                </a:solidFill>
              </a:rPr>
              <a:t>Итог: проект решает заявленную задачу и использует основные технологии WEB-модуля.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Широкоэкранный</PresentationFormat>
  <Paragraphs>147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Yandex Lyceum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ServiceDesk</dc:title>
  <dc:subject>ServiceDesk presentation</dc:subject>
  <dc:creator>ServiceDesk</dc:creator>
  <cp:lastModifiedBy>Owner</cp:lastModifiedBy>
  <cp:revision>2</cp:revision>
  <dcterms:created xsi:type="dcterms:W3CDTF">2026-05-14T05:03:19Z</dcterms:created>
  <dcterms:modified xsi:type="dcterms:W3CDTF">2026-05-14T05:14:14Z</dcterms:modified>
</cp:coreProperties>
</file>